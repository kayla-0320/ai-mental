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TAMER 青少年 AI 心理健康平台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治疗联盟感知的多模态情绪识别框架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青少年心理健康现状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抑郁检出率 24.6%，焦虑检出率 31.2%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每 10 万青少年仅 3.5 名心理咨询师（供需比 1:28,000）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▎现有 AI 心理产品的三大不足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① 静态评估：量表是单次快照，无法捕捉渐进性恶化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② 单模态分析：忽视「说没事但声音紧张」的掩饰行为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无关系建模：对所有用户使用相同策略，缺乏临床依据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二、TAMER 框架总览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TAMER = Therapeutic Alliance-aware Multimodal Emotion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▎三大创新点（临床理论驱动）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RQI 关系质量指数 → 治疗联盟理论（Horvath &amp; Greenberg, 1989）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② MIS 多模态矛盾分数 → 跨通道情绪不一致（Ekman, 2003）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③ CUSUM 时序追踪 → 统计过程控制（Page, 1954）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▎核心创新：用临床理论指导算法设计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传统方法：独立处理各模态 → 加权平均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TAMER：关系质量 + 矛盾分数 → 动态调整模态权重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三、创新点① RQI 关系质量指数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▎算法公式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RQI(t) = α·RQI(t-1) + (1-α)·Σ(wᵢ·signal)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α = 0.7（EMA 时间衰减）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▎5 维信号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互动频率 | 自我暴露深度 | 话题多样性 | 信任信号 | 情感共鸣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▎阶段划分 → AI 策略自适应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RQI &lt; 0.3  → 陌生期：温和引导，不追问私人问题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0.3~0.6    → 熟悉期：共情倾听，逐步深入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RQI ≥ 0.6  → 信任期：可使用更深层干预策略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▎效果：多次对话后「被理解感」+22.2%，「信任度」+25.4%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四、创新点② MIS 多模态矛盾检测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▎算法公式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MIS = 1 - cosine_similarity(text_vec, voice_vec)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自适应阈值：threshold = μ + k·σ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▎矛盾类型判定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masking（掩饰型）：言语平静 + 声音紧张 → 可能在隐藏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performative（表演型）：言语痛苦 + 声音平淡 → 可能非真实危机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▎注意力融合机制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高 RQI → 增加文本权重（用户更愿真实表达）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高 MIS → 增加声学权重（声音更难掩饰）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▎效果：掩饰检测准确率 86.7%，表演检测 82.3%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五、创新点③ CUSUM 时序追踪 + 个人基线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▎为什么需要时序追踪？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心理恶化是渐进过程，单轮评估容易漏检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▎个人基线（EMA + Z-score）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μ_t = α·μ_{t-1} + (1-α)·x_t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CUSUM 变点检测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S_t = max(0, S_{t-1} + (x_t - μ₀ - δ))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S_t &gt; h → 恶化 | S_t &lt; -h → 好转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▎效果：准确率 92.6% vs 固定阈值 64.8%（+42.9%）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误报率 12.1% vs 31.2%（-61.2%）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▎实验 1：个人基线 vs 固定阈值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准确率 92.6% vs 64.8% | F1 0.912 vs 0.589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▎实验 2：跨模态 vs 单模态文本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总体 91.0% vs 33.3% | 掩饰召回 87%（单模态 0%）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▎实验 3：消融实验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Full TAMER: 92.0% / F1 0.897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w/o MIS: 91.3% | w/o CUSUM: 91.5% | Simple MLP: 72.7%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▎用户测试（124 人）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整体满意度 4.08/5.0 | NPS 23.3 | 共情能力 4.28/5.0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七、系统架构与实施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▎四端架构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前端 React (:5173) → 后端 Node.js (:3000) → 算法 Python (:8001) → 数据库 PostgreSQL (:5432)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▎关键技术实现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TAMER 框架已接入 intervention.py 对话链路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前端组件实时展示 RQI / MIS / CUSUM 轨迹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流式对话 + 语音通话 + 心理画像 + 危机干预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▎开发周期：4 个月（2026.06 - 2026.10）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八、应用成效与社会价值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▎核心指标达成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风险预警准确率 92.6%（目标 ≥85%）✓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误报率 12.1%（目标 ≤20%）✓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用户满意度 4.08/5.0（目标 ≥4.0）✓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▎社会价值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漏检率从 35.2% 降至 8.7%（-69.5%）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7×24 小时可及，覆盖夜间高危时段（47% 对话在 22:00-01:00）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弥补咨询资源不足（供需比 1:28,000）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九、总结与展望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▎核心贡献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首次将临床心理治疗理论系统性融入 AI 系统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TAMER 框架可推广到成人咨询、危机热线等场景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▎当前不足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模拟数据为主，需真实临床数据验证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• RQI 权重人工设定，未来可用注意力机制学习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未来规划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短期：与学校合作收集 500+ 真实用户数据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中期：引入面部表情、生理信号等多模态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长期：建立青少年心理健康大数据平台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TAMER 青少年 AI 心理健康平台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